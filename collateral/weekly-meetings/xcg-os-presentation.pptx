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G_MASTE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 Gradient · Operating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2788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Work · April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5623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Oriol · Arnau · Adam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levels. One direction.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OKRs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383280" y="139903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77640" y="14173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want to be in 12 months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70048" y="1947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 OKRs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383280" y="247802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249631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prove this quarter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70048" y="3026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575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83280" y="355701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35753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execute against the KRs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70048" y="41056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6542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Tasks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383280" y="463600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77640" y="465429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each person does this week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task traces back to an annual objective.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OKRs — the north star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12064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once yearly; reviewed quarterly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all founders collectively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Objective + 2–5 Key Results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KR tracks live % progress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89320" y="1481328"/>
            <a:ext cx="5074920" cy="1874520"/>
          </a:xfrm>
          <a:prstGeom prst="roundRect">
            <a:avLst>
              <a:gd name="adj" fmla="val 2927"/>
            </a:avLst>
          </a:prstGeom>
          <a:solidFill>
            <a:srgbClr val="111111"/>
          </a:solidFill>
          <a:ln w="1524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53912" y="160934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Constitute XC Gradient with 10 paying clients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53912" y="1920240"/>
            <a:ext cx="47457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KR1: 5 signed Pioneer LOIs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KR2: €50k committed ARR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OKRs never change mid-year. Quarter OKRs adapt.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 OKRs — the sprint contract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0292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at previous quarter end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Tied to annual KRs, or standalone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Three-month horizon; reviewed monthly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KR has one founder owner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5257800" cy="2240280"/>
          </a:xfrm>
          <a:prstGeom prst="roundRect">
            <a:avLst>
              <a:gd name="adj" fmla="val 2449"/>
            </a:avLst>
          </a:prstGeom>
          <a:solidFill>
            <a:srgbClr val="111111"/>
          </a:solidFill>
          <a:ln w="1524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62472" y="14996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26-Q2 · Prove the product works on real industrial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62472" y="1810512"/>
            <a:ext cx="492861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KR1: 2 PoCs with A-score &gt; 0.80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KR2: 5 qualified pipeline conversations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KR3: Thesis defended Jul 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Quarter OKR is not tied to an Annual KR it must justify its existence.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— the execution vehicle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45720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Born from a KR or strategy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project has a North Star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project has an Exit Gate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1–3 founders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live inside projects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2788920" cy="2057400"/>
          </a:xfrm>
          <a:prstGeom prst="roundRect">
            <a:avLst>
              <a:gd name="adj" fmla="val 2667"/>
            </a:avLst>
          </a:prstGeom>
          <a:solidFill>
            <a:srgbClr val="111111"/>
          </a:solidFill>
          <a:ln w="1524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0992" y="1545336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 · Active · 26-Q2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50992" y="1856232"/>
            <a:ext cx="24597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Star: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2 PoCs with documented A-score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PoCs delivered and scored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549640" y="141732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111111"/>
          </a:solidFill>
          <a:ln w="1524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14232" y="154533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14232" y="1856232"/>
            <a:ext cx="227685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project without an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 never closes.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Tasks — atomic and owned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443484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in weekly sync meeting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task has exactly one owner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Format: project · role · sequence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shared; split into subtasks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resets per project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440680" y="1417320"/>
            <a:ext cx="5385816" cy="153619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417320"/>
            <a:ext cx="0" cy="153619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1417320"/>
            <a:ext cx="0" cy="153619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56648" y="1417320"/>
            <a:ext cx="0" cy="153619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42448" y="1417320"/>
            <a:ext cx="0" cy="153619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801368"/>
            <a:ext cx="5385816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2185416"/>
            <a:ext cx="5385816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569464"/>
            <a:ext cx="5385816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4538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95160" y="145389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53528" y="14538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02368" y="14538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488168" y="145389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0" y="18379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NEON-CEO-14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8379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53528" y="18379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 Paver demo deck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02368" y="183794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26-W15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88168" y="183794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NEON-CTO-7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22219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53528" y="222199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eval on Decfa docs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02368" y="22219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26-W15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88168" y="222199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6060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NEON-COO-3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2606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53528" y="2606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topology diagram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02368" y="26060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26-W15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88168" y="26060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☐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day. Three actions.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8803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67712"/>
            <a:ext cx="2551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Tick tasks in Notion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you complete them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progress updates live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60520" y="2057400"/>
            <a:ext cx="28803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2267712"/>
            <a:ext cx="2551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Type /log in Discord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day end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bot pulls completed tasks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89520" y="2057400"/>
            <a:ext cx="28803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2267712"/>
            <a:ext cx="2551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Add optional notes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Gemini writes EOD reflection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logged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3931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6831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601675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daily log is a reflection tool, not a reporting obligation.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2910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a day resets your streak. Consistency is the metric.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meetings. Four horizons.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8869680" cy="2286000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554480"/>
            <a:ext cx="0" cy="228600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554480"/>
            <a:ext cx="0" cy="228600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1554480"/>
            <a:ext cx="0" cy="228600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88696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468880"/>
            <a:ext cx="88696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926080"/>
            <a:ext cx="88696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383280"/>
            <a:ext cx="88696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591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5910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159105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048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sync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71800" y="20482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Monday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20482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week tasks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0" y="204825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 tasks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25054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review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71800" y="25054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Monday of month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25054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progress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0" y="250545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Blockers resolved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29626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quarter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71800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week of quarter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2962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 OKR results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98080" y="296265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quarter OKRs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3419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project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71800" y="34198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Exit Gate hit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0" y="3419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outcomes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0" y="341985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+ next project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19963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meeting happens without a Notion page created before it starts.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Streaks — accountability without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75488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streak counter on Home page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/log day adds one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 any day; streak resets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streak stays forever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punishment; number is signal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715000" y="1463040"/>
            <a:ext cx="3977640" cy="1719072"/>
          </a:xfrm>
          <a:prstGeom prst="rect">
            <a:avLst/>
          </a:prstGeom>
          <a:solidFill>
            <a:srgbClr val="0A0A0A">
              <a:alpha val="0"/>
            </a:srgbClr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463040"/>
            <a:ext cx="0" cy="171907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463040"/>
            <a:ext cx="0" cy="171907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1463040"/>
            <a:ext cx="0" cy="1719072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892808"/>
            <a:ext cx="397764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322576"/>
            <a:ext cx="397764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2752344"/>
            <a:ext cx="397764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99616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1499616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🔥 Streak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149961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Log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1499616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 Best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1929384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1929384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1929384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1929384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359152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Arnau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359152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2359152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2359152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2788920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278892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2788920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52560" y="2788920"/>
            <a:ext cx="594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2362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streak is not a KPI. It is a mirror.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65860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commit to this quarter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running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29718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Notion workspace live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OKR tooling working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Discord /log bot active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Streak tracking live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0690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next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69080" y="1810512"/>
            <a:ext cx="29718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+ announcements bot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Polling daemon for DB changes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task HTML tool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creation tool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0664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end of Q2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06640" y="1810512"/>
            <a:ext cx="29718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automation layer running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 Notion updates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founder logging daily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 Exit Gate hit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OS is a product. We ship it like 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XC Gradient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 Gradient · Operating System</dc:title>
  <dc:subject>XC Gradient Operating System</dc:subject>
  <dc:creator>OpenAI</dc:creator>
  <cp:lastModifiedBy>OpenAI</cp:lastModifiedBy>
  <cp:revision>1</cp:revision>
  <dcterms:created xsi:type="dcterms:W3CDTF">2026-04-09T17:03:15Z</dcterms:created>
  <dcterms:modified xsi:type="dcterms:W3CDTF">2026-04-09T17:03:15Z</dcterms:modified>
</cp:coreProperties>
</file>