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H38ZrqynZ84xLvYivjQFRf+0A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.icepanel.io/WN7nMdVyhB5rhZ/jIeJ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System Architecture and Implementation: Key Points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2000"/>
              <a:buNone/>
            </a:pPr>
            <a:r>
              <a:rPr lang="en-US" sz="2000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CRM Access | Notion-CRM Automation with n8n | Neo4j Maintenance Ontology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System Schema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https://s.icepanel.io/WN7nMdVyhB5rhZ/jIeJ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Notion to CRM Automation with n8n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n8n listens for Notion updates (trigger/webhook/schedule).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n8n transforms and validates data before sync.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CRM records are upserted with retries and logging.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Result: reliable, low-touch synchronization.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MaintenanceGraph Class: Core Responsibilities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Handles Neo4j authentication and driver connection lifecycle.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Enforces strict integrity constraints on ontology entities.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Uses Cypher MERGE for idempotent node and edge upserts.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Provides retrieval APIs for machine-level ontology views.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Ontology Model and Integrity Constraints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Unique IDs: Machine, Warning, ErrorCode, Cause, SolutionChunk.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(Machine)-[:HAS_WARNING]-&gt;(Warning)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(Machine)-[:HAS_ERROR_CODE]-&gt;(ErrorCode)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(Warning/ErrorCode)-[:HAS_CAUSE]-&gt;(Cause)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(Cause)-[:HAS_SOLUTION]-&gt;(SolutionChunk)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Cypher MERGE Upsert Logic</a:t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MERGE upserts nodes and relationships without duplicates.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Supports repeated runs safely (idempotent writes).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Keeps ontology updates clean and consistent.</a:t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6035040" y="1280160"/>
            <a:ext cx="5577840" cy="512064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64575" spcFirstLastPara="1" rIns="164575" wrap="square" tIns="1097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Cypher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MERGE (m:Machine {id: $machine_id})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MERGE (w:Warning {id: $warning_id})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MERGE (e:ErrorCode {id: $error_code_id})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MERGE (c:Cause {id: $cause_id})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MERGE (s:SolutionChunk {id: $solution_chunk_id})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MERGE (m)-[:HAS_WARNING]-&gt;(w)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MERGE (m)-[:HAS_ERROR_CODE]-&gt;(e)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MERGE (w)-[:HAS_CAUSE]-&gt;(c)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MERGE (e)-[:HAS_CAUSE]-&gt;(c)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MERGE (c)-[:HAS_SOLUTION]-&gt;(s)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get_machine_ontology: Full Hierarchy Retrieval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Fetches one machine's complete maintenance ontology.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Includes warnings, error codes, causes, and solutions.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Returns nested data for APIs, analytics, and UI.</a:t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6035040" y="1280160"/>
            <a:ext cx="5577840" cy="512064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64575" spcFirstLastPara="1" rIns="164575" wrap="square" tIns="1097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Cypher Query Pattern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MATCH (m:Machine {id: $machine_id})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OPTIONAL MATCH (m)-[:HAS_WARNING]-&gt;(w:Warning)-[:HAS_CAUSE]-&gt;(wc:Cause)-[:HAS_SOLUTION]-&gt;(ws:SolutionChunk)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OPTIONAL MATCH (m)-[:HAS_ERROR_CODE]-&gt;(e:ErrorCode)-[:HAS_CAUSE]-&gt;(ec:Cause)-[:HAS_SOLUTION]-&gt;(es:SolutionChunk)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RETURN m,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collect(DISTINCT w) AS warnings,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collect(DISTINCT e) AS error_codes,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collect(DISTINCT wc) + collect(DISTINCT ec) AS causes,</a:t>
            </a:r>
            <a:b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collect(DISTINCT ws) + collect(DISTINCT es) AS solutions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Key Outcomes and Next Step</a:t>
            </a:r>
            <a:endParaRPr/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CRM remains the central source of truth.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n8n integration reduces manual sync effort.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Neo4j ontology improves reusable diagnostics.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2000"/>
              <a:buChar char="•"/>
            </a:pPr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Next: add sync SLA dashboard and error-rate tracking.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